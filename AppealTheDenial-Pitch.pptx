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CoverFight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insurance appeal automation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insurance said no. We make them reconsider.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for you to give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577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million insurance claims denied every year in the US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0.1% of patients ever file a formal appeal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who do appeal, 40–68% win — depending on denial type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don’t appeal because they don’t know how, don’t have time, or assume it won’t work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count on this. Denials are a profit mechanism, not a clinical judgment.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2423160" cy="237744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91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4652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denied claims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appeal letter is the entire lever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3108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7955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written appeal citing applicable federal law — ERISA, the ACA, the No Surprises Act — forces insurers into a defined legal process. They must respond. They must assign a qualified reviewer. They cannot simply ignore it.</a:t>
            </a:r>
            <a:endParaRPr lang="en-US" sz="1700" dirty="0"/>
          </a:p>
          <a:p>
            <a:pPr algn="l" indent="0" marL="0">
              <a:lnSpc>
                <a:spcPct val="145000"/>
              </a:lnSpc>
              <a:buNone/>
            </a:pPr>
            <a:endParaRPr lang="en-US" sz="17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never send one.</a:t>
            </a:r>
            <a:endParaRPr lang="en-US" sz="1700" dirty="0"/>
          </a:p>
          <a:p>
            <a:pPr algn="l" indent="0" marL="0">
              <a:lnSpc>
                <a:spcPct val="145000"/>
              </a:lnSpc>
              <a:buNone/>
            </a:pPr>
            <a:endParaRPr lang="en-US" sz="17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one for every single case, automatically, within 24 hours.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denial to filed appeal in under 3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2697480" cy="329184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submits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one form. Paste the denial reason. Upload the letter if available. Done.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417320"/>
            <a:ext cx="2697480" cy="329184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9856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and writes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9856" y="2487168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classify the denial, identify the strongest legal arguments, and draft a formal appeal letter tailored to the specific case.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697480" cy="329184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file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72784" y="2487168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authorization, we send the appeal via certified mail or fax directly to the insurer. Patient tracks status by email.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markets, one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 (B2C)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directly via coverfight.com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win, no fee — $99 flat only when appeal is approved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pre-authorized at submission, charged only on reversal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friction: no account, no lawyer, no paperwork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Practices  (B2B)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993392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forward denied claims to us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everything — analysis, letter, filing, tracking</a:t>
            </a:r>
            <a:endParaRPr lang="en-US" sz="12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per case ($150–300) or % of recovered revenue (5–10%)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software for staff. We take it off their plate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CHANNEL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benefits  (B2B2C)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pay a per-employee-per-month (PEPM) fee to offer CoverFight as a workplace benefit — the same way they offer Teladoc or EAP programs. Employees access the patient flow directly. HR never touches a case. One contract covers thousands of potential users.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697480" cy="219456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with employer-sponsored health insurance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2560320"/>
            <a:ext cx="2697480" cy="219456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743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55848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average deductible over the last decade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2560320"/>
            <a:ext cx="2697480" cy="219456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2743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contract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08776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cover 500 to 5,000 employees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work at every 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91640"/>
                <a:gridCol w="306324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potential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F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Patient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 per 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of annual denials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$150–300 per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cases/month per mid-size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B2B2C Employer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$2–5 PEPM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contract = 500–5,000 employees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D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regional hospital system generates $600K–$1.2M in annual revenue at $250/case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 now read a denial letter, classify it, identify applicable law, and draft a compliant formal appeal — in seconds. This was not possible three years ago.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9077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ACA, ERISA, and the No Surprises Act (2022) have created a dense framework of patient rights that most patients don’t know they have. We put those rights to work on their behalf.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0507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denial has become a mainstream political and cultural issue. Patients are looking for tools. Employers are looking for benefits. Providers are looking for relief.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defensible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4069080" cy="164592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processed trains our classification and win-probability models. The more cases we handle, the better our predictions and strategies become.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069080" cy="164592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library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842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proprietary database of denial language, insurer patterns, and winning appeal arguments. Impossible to replicate without volume.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069080" cy="164592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infrastructure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130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mail filing, HIPAA-compliant handling, legal audit trails. This is table stakes that takes time to build properly.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46120"/>
            <a:ext cx="4069080" cy="164592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8130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and practice relationships compound. One hospital CFO referral unlocks 10 departments.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we’ve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AI pipeline: submission → classification → analysis → letter generation → filing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denial categories covered with category-specific legal strategies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case management, AI chat, and external review generation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mail (Lob) and fax (Twilio) delivery integrations built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in the appeal letter is traceable to patient-submitted data</a:t>
            </a:r>
            <a:endParaRPr lang="en-US" sz="15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closed testing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grow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269748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with patients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B2C volume through SEO, social, and word of mouth. Build the case outcome dataset.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224528"/>
            <a:ext cx="2286000" cy="347472"/>
          </a:xfrm>
          <a:prstGeom prst="rect">
            <a:avLst/>
          </a:prstGeom>
          <a:solidFill>
            <a:srgbClr val="0F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69748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9856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practices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9856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10 medical practices as managed service clients. One billing manager referral = practice-wide adoption.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9856" y="4224528"/>
            <a:ext cx="2286000" cy="347472"/>
          </a:xfrm>
          <a:prstGeom prst="rect">
            <a:avLst/>
          </a:prstGeom>
          <a:solidFill>
            <a:srgbClr val="0F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$50K MRR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9748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channel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2784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3–5 benefits brokers who distribute to employer clients. One broker = hundreds of employer groups.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2784" y="4224528"/>
            <a:ext cx="2286000" cy="347472"/>
          </a:xfrm>
          <a:prstGeom prst="rect">
            <a:avLst/>
          </a:prstGeom>
          <a:solidFill>
            <a:srgbClr val="0F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$500K MRR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raising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270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329184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investors with healthcare,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insurtech, or B2B SaaS experience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open doors to hospital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benefits brokers.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417320"/>
            <a:ext cx="4800600" cy="3383280"/>
          </a:xfrm>
          <a:prstGeom prst="rect">
            <a:avLst/>
          </a:prstGeom>
          <a:solidFill>
            <a:srgbClr val="0F1827"/>
          </a:solidFill>
          <a:ln w="12700">
            <a:solidFill>
              <a:srgbClr val="1A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819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payments, multi-tenant B2B portal, EHR integrations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6883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6883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— first B2B practice and employer contracts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33649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3364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— HIPAA, state regulatory 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4041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never appeal.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who do, often win.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sure everyone does.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  |  [email]  |  coverfight.com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2026-05-22T09:10:08Z</dcterms:created>
  <dcterms:modified xsi:type="dcterms:W3CDTF">2026-05-22T09:10:08Z</dcterms:modified>
</cp:coreProperties>
</file>